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7" r:id="rId4"/>
  </p:sldIdLst>
  <p:sldSz cx="10080000" cy="6300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useTimings="0"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4" Type="http://schemas.openxmlformats.org/officeDocument/2006/relationships/slide" Target="slides/slide2.xml"/><Relationship Id="rId5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lecture99-template_20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01600" y="250560"/>
            <a:ext cx="9676800" cy="105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040" b="1" u="none" strike="noStrike">
              <a:solidFill>
                <a:srgbClr val="000000"/>
              </a:solidFill>
              <a:effectLst/>
              <a:uFillTx/>
              <a:latin typeface="Atkinson Hyperlegible Nex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828800"/>
            <a:ext cx="4426920" cy="3749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lnSpc>
                <a:spcPct val="90000"/>
              </a:lnSpc>
              <a:spcBef>
                <a:spcPts val="575"/>
              </a:spcBef>
              <a:buNone/>
            </a:pPr>
            <a:endParaRPr lang="en-US" sz="2680" b="0" u="none" strike="noStrike">
              <a:solidFill>
                <a:srgbClr val="000000"/>
              </a:solidFill>
              <a:effectLst/>
              <a:uFillTx/>
              <a:latin typeface="Atkinson Hyperlegible Next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/>
          </p:nvPr>
        </p:nvSpPr>
        <p:spPr>
          <a:xfrm>
            <a:off x="5152680" y="1828800"/>
            <a:ext cx="4426920" cy="3749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lnSpc>
                <a:spcPct val="90000"/>
              </a:lnSpc>
              <a:spcBef>
                <a:spcPts val="575"/>
              </a:spcBef>
              <a:buNone/>
            </a:pPr>
            <a:endParaRPr lang="en-US" sz="2680" b="0" u="none" strike="noStrike">
              <a:solidFill>
                <a:srgbClr val="000000"/>
              </a:solidFill>
              <a:effectLst/>
              <a:uFillTx/>
              <a:latin typeface="Atkinson Hyperlegible Next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01600" y="250560"/>
            <a:ext cx="9676800" cy="105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040" b="1" u="none" strike="noStrike">
                <a:solidFill>
                  <a:srgbClr val="000000"/>
                </a:solidFill>
                <a:effectLst/>
                <a:uFillTx/>
                <a:latin typeface="Atkinson Hyperlegible Next"/>
              </a:defRPr>
            </a:lvl1pPr>
          </a:lstStyle>
          <a:p>
            <a:pPr indent="0" algn="ctr">
              <a:buNone/>
            </a:pPr>
            <a:r>
              <a:rPr lang="en-US" sz="4040" b="1" u="none" strike="noStrike">
                <a:solidFill>
                  <a:srgbClr val="000000"/>
                </a:solidFill>
                <a:effectLst/>
                <a:uFillTx/>
                <a:latin typeface="Atkinson Hyperlegible Next"/>
              </a:rPr>
              <a:t>Click to edit the title text format</a:t>
            </a:r>
            <a:endParaRPr lang="en-US" sz="4040" b="1" u="none" strike="noStrike">
              <a:solidFill>
                <a:srgbClr val="000000"/>
              </a:solidFill>
              <a:effectLst/>
              <a:uFillTx/>
              <a:latin typeface="Atkinson Hyperlegible Nex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828800"/>
            <a:ext cx="9071640" cy="3749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680" b="0" u="none" strike="noStrike">
                <a:solidFill>
                  <a:srgbClr val="000000"/>
                </a:solidFill>
                <a:effectLst/>
                <a:uFillTx/>
                <a:latin typeface="Atkinson Hyperlegible Next"/>
              </a:defRPr>
            </a:lvl1pPr>
            <a:lvl2pPr lvl="1" algn="l">
              <a:lnSpc>
                <a:spcPct val="90000"/>
              </a:lnSpc>
              <a:spcBef>
                <a:spcPts val="28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340" b="0" u="none" strike="noStrike">
                <a:solidFill>
                  <a:srgbClr val="000000"/>
                </a:solidFill>
                <a:effectLst/>
                <a:uFillTx/>
                <a:latin typeface="Atkinson Hyperlegible Next"/>
              </a:defRPr>
            </a:lvl2pPr>
            <a:lvl3pPr lvl="2" algn="l">
              <a:lnSpc>
                <a:spcPct val="90000"/>
              </a:lnSpc>
              <a:spcBef>
                <a:spcPts val="70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tkinson Hyperlegible Next"/>
              </a:defRPr>
            </a:lvl3pPr>
            <a:lvl4pPr lvl="3" algn="l">
              <a:lnSpc>
                <a:spcPct val="90000"/>
              </a:lnSpc>
              <a:spcBef>
                <a:spcPts val="468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70" b="0" u="none" strike="noStrike">
                <a:solidFill>
                  <a:srgbClr val="000000"/>
                </a:solidFill>
                <a:effectLst/>
                <a:uFillTx/>
                <a:latin typeface="Atkinson Hyperlegible Next"/>
              </a:defRPr>
            </a:lvl4pPr>
            <a:lvl5pPr lvl="4" algn="l">
              <a:lnSpc>
                <a:spcPct val="90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70" b="0" u="none" strike="noStrike">
                <a:solidFill>
                  <a:srgbClr val="000000"/>
                </a:solidFill>
                <a:effectLst/>
                <a:uFillTx/>
                <a:latin typeface="Atkinson Hyperlegible Next"/>
              </a:defRPr>
            </a:lvl5pPr>
            <a:lvl6pPr lvl="5" algn="l">
              <a:lnSpc>
                <a:spcPct val="90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70" b="0" u="none" strike="noStrike">
                <a:solidFill>
                  <a:srgbClr val="000000"/>
                </a:solidFill>
                <a:effectLst/>
                <a:uFillTx/>
                <a:latin typeface="Atkinson Hyperlegible Next"/>
              </a:defRPr>
            </a:lvl6pPr>
            <a:lvl7pPr lvl="6" algn="l">
              <a:lnSpc>
                <a:spcPct val="90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70" b="0" u="none" strike="noStrike">
                <a:solidFill>
                  <a:srgbClr val="000000"/>
                </a:solidFill>
                <a:effectLst/>
                <a:uFillTx/>
                <a:latin typeface="Atkinson Hyperlegible Next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80" b="0" u="none" strike="noStrike">
                <a:solidFill>
                  <a:srgbClr val="000000"/>
                </a:solidFill>
                <a:effectLst/>
                <a:uFillTx/>
                <a:latin typeface="Atkinson Hyperlegible Next"/>
              </a:rPr>
              <a:t>Click to edit the outline text format</a:t>
            </a:r>
            <a:endParaRPr lang="en-US" sz="2680" b="0" u="none" strike="noStrike">
              <a:solidFill>
                <a:srgbClr val="000000"/>
              </a:solidFill>
              <a:effectLst/>
              <a:uFillTx/>
              <a:latin typeface="Atkinson Hyperlegible Next"/>
            </a:endParaRPr>
          </a:p>
          <a:p>
            <a:pPr marL="864000" lvl="1" indent="-324000" algn="l">
              <a:lnSpc>
                <a:spcPct val="90000"/>
              </a:lnSpc>
              <a:spcBef>
                <a:spcPts val="28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340" b="0" u="none" strike="noStrike">
                <a:solidFill>
                  <a:srgbClr val="000000"/>
                </a:solidFill>
                <a:effectLst/>
                <a:uFillTx/>
                <a:latin typeface="Atkinson Hyperlegible Next"/>
              </a:rPr>
              <a:t>Second Outline Level</a:t>
            </a:r>
            <a:endParaRPr lang="en-US" sz="2340" b="0" u="none" strike="noStrike">
              <a:solidFill>
                <a:srgbClr val="000000"/>
              </a:solidFill>
              <a:effectLst/>
              <a:uFillTx/>
              <a:latin typeface="Atkinson Hyperlegible Next"/>
            </a:endParaRPr>
          </a:p>
          <a:p>
            <a:pPr marL="1296000" lvl="2" indent="-288000" algn="l">
              <a:lnSpc>
                <a:spcPct val="90000"/>
              </a:lnSpc>
              <a:spcBef>
                <a:spcPts val="70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tkinson Hyperlegible Next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tkinson Hyperlegible Next"/>
            </a:endParaRPr>
          </a:p>
          <a:p>
            <a:pPr marL="1728000" lvl="3" indent="-216000" algn="l">
              <a:lnSpc>
                <a:spcPct val="90000"/>
              </a:lnSpc>
              <a:spcBef>
                <a:spcPts val="46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70" b="0" u="none" strike="noStrike">
                <a:solidFill>
                  <a:srgbClr val="000000"/>
                </a:solidFill>
                <a:effectLst/>
                <a:uFillTx/>
                <a:latin typeface="Atkinson Hyperlegible Next"/>
              </a:rPr>
              <a:t>Fourth Outline Level</a:t>
            </a:r>
            <a:endParaRPr lang="en-US" sz="1670" b="0" u="none" strike="noStrike">
              <a:solidFill>
                <a:srgbClr val="000000"/>
              </a:solidFill>
              <a:effectLst/>
              <a:uFillTx/>
              <a:latin typeface="Atkinson Hyperlegible Next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70" b="0" u="none" strike="noStrike">
                <a:solidFill>
                  <a:srgbClr val="000000"/>
                </a:solidFill>
                <a:effectLst/>
                <a:uFillTx/>
                <a:latin typeface="Atkinson Hyperlegible Next"/>
              </a:rPr>
              <a:t>Fifth Outline Level</a:t>
            </a:r>
            <a:endParaRPr lang="en-US" sz="1670" b="0" u="none" strike="noStrike">
              <a:solidFill>
                <a:srgbClr val="000000"/>
              </a:solidFill>
              <a:effectLst/>
              <a:uFillTx/>
              <a:latin typeface="Atkinson Hyperlegible Next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70" b="0" u="none" strike="noStrike">
                <a:solidFill>
                  <a:srgbClr val="000000"/>
                </a:solidFill>
                <a:effectLst/>
                <a:uFillTx/>
                <a:latin typeface="Atkinson Hyperlegible Next"/>
              </a:rPr>
              <a:t>Sixth Outline Level</a:t>
            </a:r>
            <a:endParaRPr lang="en-US" sz="1670" b="0" u="none" strike="noStrike">
              <a:solidFill>
                <a:srgbClr val="000000"/>
              </a:solidFill>
              <a:effectLst/>
              <a:uFillTx/>
              <a:latin typeface="Atkinson Hyperlegible Next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70" b="0" u="none" strike="noStrike">
                <a:solidFill>
                  <a:srgbClr val="000000"/>
                </a:solidFill>
                <a:effectLst/>
                <a:uFillTx/>
                <a:latin typeface="Atkinson Hyperlegible Next"/>
              </a:rPr>
              <a:t>Seventh Outline Level</a:t>
            </a:r>
            <a:endParaRPr lang="en-US" sz="1670" b="0" u="none" strike="noStrike">
              <a:solidFill>
                <a:srgbClr val="000000"/>
              </a:solidFill>
              <a:effectLst/>
              <a:uFillTx/>
              <a:latin typeface="Atkinson Hyperlegible Next"/>
            </a:endParaRPr>
          </a:p>
        </p:txBody>
      </p:sp>
      <p:sp>
        <p:nvSpPr>
          <p:cNvPr id="4" name=""/>
          <p:cNvSpPr/>
          <p:nvPr/>
        </p:nvSpPr>
        <p:spPr>
          <a:xfrm>
            <a:off x="0" y="360"/>
            <a:ext cx="10080000" cy="456840"/>
          </a:xfrm>
          <a:prstGeom prst="rect">
            <a:avLst/>
          </a:prstGeom>
          <a:gradFill rotWithShape="0">
            <a:gsLst>
              <a:gs pos="0">
                <a:srgbClr val="C9211E">
                  <a:alpha val="50196"/>
                </a:srgbClr>
              </a:gs>
              <a:gs pos="100000">
                <a:srgbClr val="C9211E">
                  <a:alpha val="0"/>
                </a:srgbClr>
              </a:gs>
            </a:gsLst>
            <a:lin ang="5400000"/>
          </a:gradFill>
          <a:ln w="183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tIns="18360" rIns="18360" bIns="18360" anchor="ctr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Atkinson Hyperlegible Nex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ovie_title"/>
          <p:cNvSpPr>
            <a:spLocks noGrp="1"/>
          </p:cNvSpPr>
          <p:nvPr>
            <p:ph type="title"/>
          </p:nvPr>
        </p:nvSpPr>
        <p:spPr>
          <a:xfrm>
            <a:off x="201600" y="250560"/>
            <a:ext cx="9676800" cy="1051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040" b="1" u="none" strike="noStrike">
                <a:solidFill>
                  <a:srgbClr val="000000"/>
                </a:solidFill>
                <a:effectLst/>
                <a:uFillTx/>
                <a:latin typeface="Atkinson Hyperlegible Next"/>
              </a:rPr>
              <a:t>TITLE (YEAR) </a:t>
            </a:r>
            <a:endParaRPr lang="en-US" sz="4040" b="1" u="none" strike="noStrike">
              <a:solidFill>
                <a:srgbClr val="000000"/>
              </a:solidFill>
              <a:effectLst/>
              <a:uFillTx/>
              <a:latin typeface="Atkinson Hyperlegible Next"/>
            </a:endParaRPr>
          </a:p>
        </p:txBody>
      </p:sp>
      <p:sp>
        <p:nvSpPr>
          <p:cNvPr id="12" name="movie_outline"/>
          <p:cNvSpPr>
            <a:spLocks noGrp="1"/>
          </p:cNvSpPr>
          <p:nvPr>
            <p:ph/>
          </p:nvPr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p>
            <a:pPr marL="432000" indent="-324000" algn="l">
              <a:lnSpc>
                <a:spcPct val="9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80" b="0" u="none" strike="noStrike">
                <a:solidFill>
                  <a:srgbClr val="000000"/>
                </a:solidFill>
                <a:effectLst/>
                <a:uFillTx/>
                <a:latin typeface="Atkinson Hyperlegible Next"/>
              </a:rPr>
              <a:t>Description Description Description Description Description Description</a:t>
            </a:r>
            <a:endParaRPr lang="en-US" sz="2680" b="0" u="none" strike="noStrike">
              <a:solidFill>
                <a:srgbClr val="000000"/>
              </a:solidFill>
              <a:effectLst/>
              <a:uFillTx/>
              <a:latin typeface="Atkinson Hyperlegible Next"/>
            </a:endParaRPr>
          </a:p>
          <a:p>
            <a:pPr marL="864000" lvl="1" indent="-324000" algn="l">
              <a:lnSpc>
                <a:spcPct val="90000"/>
              </a:lnSpc>
              <a:spcBef>
                <a:spcPts val="28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340" b="0" u="none" strike="noStrike">
                <a:solidFill>
                  <a:srgbClr val="666666"/>
                </a:solidFill>
                <a:effectLst/>
                <a:highlight>
                  <a:srgbClr val="FFFF00"/>
                </a:highlight>
                <a:uFillTx/>
                <a:latin typeface="Atkinson Hyperlegible Next"/>
              </a:rPr>
              <a:t>IMDB</a:t>
            </a:r>
            <a:r>
              <a:rPr lang="en-US" sz="2340" b="0" u="none" strike="noStrike">
                <a:solidFill>
                  <a:srgbClr val="000000"/>
                </a:solidFill>
                <a:effectLst/>
                <a:uFillTx/>
                <a:latin typeface="Atkinson Hyperlegible Next"/>
              </a:rPr>
              <a:t> rating ##, ##k votes </a:t>
            </a:r>
            <a:endParaRPr lang="en-US" sz="2340" b="0" u="none" strike="noStrike">
              <a:solidFill>
                <a:srgbClr val="000000"/>
              </a:solidFill>
              <a:effectLst/>
              <a:uFillTx/>
              <a:latin typeface="Atkinson Hyperlegible Next"/>
            </a:endParaRPr>
          </a:p>
          <a:p>
            <a:pPr marL="864000" lvl="1" indent="-324000" algn="l">
              <a:lnSpc>
                <a:spcPct val="90000"/>
              </a:lnSpc>
              <a:spcBef>
                <a:spcPts val="28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340" b="0" u="none" strike="noStrike">
                <a:solidFill>
                  <a:srgbClr val="000000"/>
                </a:solidFill>
                <a:effectLst/>
                <a:uFillTx/>
                <a:latin typeface="Atkinson Hyperlegible Next"/>
                <a:ea typeface="Arial Unicode MS"/>
              </a:rPr>
              <a:t>Critics: RT</a:t>
            </a:r>
            <a:r>
              <a:rPr lang="en-US" sz="2340" b="0" u="none" strike="noStrike">
                <a:solidFill>
                  <a:srgbClr val="000000"/>
                </a:solidFill>
                <a:effectLst/>
                <a:uFillTx/>
                <a:latin typeface="Atkinson Hyperlegible Next"/>
              </a:rPr>
              <a:t>🍅🤢 ##% / MS </a:t>
            </a:r>
            <a:r>
              <a:rPr lang="en-US" sz="2340" b="0" u="none" strike="noStrike">
                <a:solidFill>
                  <a:srgbClr val="000000"/>
                </a:solidFill>
                <a:effectLst/>
                <a:highlight>
                  <a:srgbClr val="AFD095"/>
                </a:highlight>
                <a:uFillTx/>
                <a:latin typeface="Atkinson Hyperlegible Next"/>
              </a:rPr>
              <a:t>##</a:t>
            </a:r>
            <a:endParaRPr lang="en-US" sz="2340" b="0" u="none" strike="noStrike">
              <a:solidFill>
                <a:srgbClr val="000000"/>
              </a:solidFill>
              <a:effectLst/>
              <a:uFillTx/>
              <a:latin typeface="Atkinson Hyperlegible Next"/>
            </a:endParaRPr>
          </a:p>
          <a:p>
            <a:pPr marL="432000" indent="-324000" algn="l">
              <a:lnSpc>
                <a:spcPct val="9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80" b="0" u="none" strike="noStrike">
                <a:solidFill>
                  <a:srgbClr val="000000"/>
                </a:solidFill>
                <a:effectLst/>
                <a:uFillTx/>
                <a:latin typeface="Atkinson Hyperlegible Next"/>
              </a:rPr>
              <a:t>Genre: x</a:t>
            </a:r>
            <a:endParaRPr lang="en-US" sz="2680" b="0" u="none" strike="noStrike">
              <a:solidFill>
                <a:srgbClr val="000000"/>
              </a:solidFill>
              <a:effectLst/>
              <a:uFillTx/>
              <a:latin typeface="Atkinson Hyperlegible Next"/>
            </a:endParaRPr>
          </a:p>
          <a:p>
            <a:pPr marL="432000" indent="-324000" algn="l">
              <a:lnSpc>
                <a:spcPct val="9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80" b="0" u="none" strike="noStrike">
                <a:solidFill>
                  <a:srgbClr val="000000"/>
                </a:solidFill>
                <a:effectLst/>
                <a:uFillTx/>
                <a:latin typeface="Atkinson Hyperlegible Next"/>
              </a:rPr>
              <a:t>Director: x</a:t>
            </a:r>
            <a:endParaRPr lang="en-US" sz="2680" b="0" u="none" strike="noStrike">
              <a:solidFill>
                <a:srgbClr val="000000"/>
              </a:solidFill>
              <a:effectLst/>
              <a:uFillTx/>
              <a:latin typeface="Atkinson Hyperlegible Next"/>
            </a:endParaRPr>
          </a:p>
          <a:p>
            <a:pPr marL="432000" indent="-324000" algn="l">
              <a:lnSpc>
                <a:spcPct val="9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80" b="0" u="none" strike="noStrike">
                <a:solidFill>
                  <a:srgbClr val="000000"/>
                </a:solidFill>
                <a:effectLst/>
                <a:uFillTx/>
                <a:latin typeface="Atkinson Hyperlegible Next"/>
              </a:rPr>
              <a:t>Language: x</a:t>
            </a:r>
            <a:endParaRPr lang="en-US" sz="2680" b="0" u="none" strike="noStrike">
              <a:solidFill>
                <a:srgbClr val="000000"/>
              </a:solidFill>
              <a:effectLst/>
              <a:uFillTx/>
              <a:latin typeface="Atkinson Hyperlegible Next"/>
            </a:endParaRPr>
          </a:p>
          <a:p>
            <a:pPr marL="432000" indent="-324000" algn="l">
              <a:lnSpc>
                <a:spcPct val="9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80" b="0" u="none" strike="noStrike">
                <a:solidFill>
                  <a:srgbClr val="000000"/>
                </a:solidFill>
                <a:effectLst/>
                <a:uFillTx/>
                <a:latin typeface="Atkinson Hyperlegible Next"/>
              </a:rPr>
              <a:t>Run time: x min</a:t>
            </a:r>
            <a:endParaRPr lang="en-US" sz="2680" b="0" u="none" strike="noStrike">
              <a:solidFill>
                <a:srgbClr val="000000"/>
              </a:solidFill>
              <a:effectLst/>
              <a:uFillTx/>
              <a:latin typeface="Atkinson Hyperlegible Next"/>
            </a:endParaRPr>
          </a:p>
          <a:p>
            <a:pPr marL="432000" indent="-324000" algn="l">
              <a:lnSpc>
                <a:spcPct val="9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80" b="0" u="none" strike="noStrike">
                <a:solidFill>
                  <a:srgbClr val="000000"/>
                </a:solidFill>
                <a:effectLst/>
                <a:uFillTx/>
                <a:latin typeface="Atkinson Hyperlegible Next"/>
              </a:rPr>
              <a:t>Review Summary: </a:t>
            </a:r>
            <a:endParaRPr lang="en-US" sz="2680" b="0" u="none" strike="noStrike">
              <a:solidFill>
                <a:srgbClr val="000000"/>
              </a:solidFill>
              <a:effectLst/>
              <a:uFillTx/>
              <a:latin typeface="Atkinson Hyperlegible Next"/>
            </a:endParaRPr>
          </a:p>
          <a:p>
            <a:pPr marL="432000" indent="-324000" algn="l">
              <a:lnSpc>
                <a:spcPct val="90000"/>
              </a:lnSpc>
              <a:spcBef>
                <a:spcPts val="5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80" b="0" u="none" strike="noStrike">
                <a:solidFill>
                  <a:srgbClr val="000000"/>
                </a:solidFill>
                <a:effectLst/>
                <a:uFillTx/>
                <a:latin typeface="Atkinson Hyperlegible Next"/>
              </a:rPr>
              <a:t>Notes: </a:t>
            </a:r>
            <a:endParaRPr lang="en-US" sz="2680" b="0" u="none" strike="noStrike">
              <a:solidFill>
                <a:srgbClr val="000000"/>
              </a:solidFill>
              <a:effectLst/>
              <a:uFillTx/>
              <a:latin typeface="Atkinson Hyperlegible Next"/>
            </a:endParaRPr>
          </a:p>
        </p:txBody>
      </p:sp>
      <p:sp>
        <p:nvSpPr>
          <p:cNvPr id="13" name="movie_poster"/>
          <p:cNvSpPr/>
          <p:nvPr/>
        </p:nvSpPr>
        <p:spPr>
          <a:xfrm>
            <a:off x="6400800" y="1371600"/>
            <a:ext cx="3081600" cy="4572000"/>
          </a:xfrm>
          <a:prstGeom prst="rect">
            <a:avLst/>
          </a:prstGeom>
          <a:solidFill>
            <a:srgbClr val="EEEEEE"/>
          </a:solidFill>
          <a:ln w="18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45720" tIns="45000" rIns="45720" bIns="45000" anchor="ctr">
            <a:noAutofit/>
          </a:bodyPr>
          <a:p>
            <a:pPr algn="ctr">
              <a:lnSpc>
                <a:spcPct val="115000"/>
              </a:lnSpc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tkinson Hyperlegible Next"/>
              </a:rPr>
              <a:t>POSTER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tkinson Hyperlegible Nex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1782</TotalTime>
  <Application>LibreOffice/26.2.4.2$MacOSX_AARCH64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2017-01-18T16:19:35Z</dcterms:created>
  <dc:creator>Neil Voss</dc:creator>
  <dc:description/>
  <dc:language>en-US</dc:language>
  <cp:lastModifiedBy/>
  <dcterms:modified xsi:type="dcterms:W3CDTF">2026-07-21T07:48:57Z</dcterms:modified>
  <cp:revision>222</cp:revision>
  <dc:subject>Extracted from SLIDE_ARTIFACTS/class02b-pre-film_content.odp slide 2</dc:subject>
  <dc:title>Movie slide template</dc:title>
  <cp:keywords>master=lecture99-template_2017; layout=AL1T3; anchors=movie_title,movie_outline,movie_poster</cp:keywords>
</cp:coreProperties>
</file>